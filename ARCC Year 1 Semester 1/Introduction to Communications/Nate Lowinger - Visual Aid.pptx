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8" r:id="rId3"/>
    <p:sldId id="260" r:id="rId4"/>
    <p:sldId id="272" r:id="rId5"/>
    <p:sldId id="271" r:id="rId6"/>
  </p:sldIdLst>
  <p:sldSz cx="18288000" cy="10287000"/>
  <p:notesSz cx="6858000" cy="9144000"/>
  <p:embeddedFontLst>
    <p:embeddedFont>
      <p:font typeface="Red Hat Display" panose="020B0604020202020204" charset="0"/>
      <p:regular r:id="rId8"/>
      <p:bold r:id="rId9"/>
      <p:italic r:id="rId10"/>
      <p:boldItalic r:id="rId11"/>
    </p:embeddedFont>
    <p:embeddedFont>
      <p:font typeface="Red Hat Display SemiBol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65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78170B5B-A637-40CF-F7B5-4A82D99B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>
            <a:extLst>
              <a:ext uri="{FF2B5EF4-FFF2-40B4-BE49-F238E27FC236}">
                <a16:creationId xmlns:a16="http://schemas.microsoft.com/office/drawing/2014/main" id="{7DFCD436-0836-D7BB-BAF0-638F83DAC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042F01BA-55BC-7D0B-C8A6-097026CD5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57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343029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-9500" y="5260750"/>
            <a:ext cx="18297600" cy="50262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7281950" y="3657517"/>
            <a:ext cx="1082341" cy="3252936"/>
          </a:xfrm>
          <a:custGeom>
            <a:avLst/>
            <a:gdLst/>
            <a:ahLst/>
            <a:cxnLst/>
            <a:rect l="l" t="t" r="r" b="b"/>
            <a:pathLst>
              <a:path w="1082341" h="3252936" extrusionOk="0">
                <a:moveTo>
                  <a:pt x="0" y="0"/>
                </a:moveTo>
                <a:lnTo>
                  <a:pt x="1082341" y="0"/>
                </a:lnTo>
                <a:lnTo>
                  <a:pt x="1082341" y="3252937"/>
                </a:lnTo>
                <a:lnTo>
                  <a:pt x="0" y="3252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103700" y="896125"/>
            <a:ext cx="1135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0"/>
              <a:buFont typeface="Red Hat Display SemiBold"/>
              <a:buNone/>
              <a:defRPr sz="7000" i="0" u="none" strike="noStrike" cap="none">
                <a:solidFill>
                  <a:srgbClr val="D6F8A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103700" y="3267525"/>
            <a:ext cx="15943200" cy="12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FFF7E8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6"/>
          <p:cNvGrpSpPr/>
          <p:nvPr/>
        </p:nvGrpSpPr>
        <p:grpSpPr>
          <a:xfrm>
            <a:off x="0" y="-144662"/>
            <a:ext cx="6010922" cy="10431728"/>
            <a:chOff x="0" y="-38100"/>
            <a:chExt cx="1583113" cy="2747433"/>
          </a:xfrm>
        </p:grpSpPr>
        <p:sp>
          <p:nvSpPr>
            <p:cNvPr id="35" name="Google Shape;35;p6"/>
            <p:cNvSpPr/>
            <p:nvPr/>
          </p:nvSpPr>
          <p:spPr>
            <a:xfrm>
              <a:off x="0" y="0"/>
              <a:ext cx="1583113" cy="2709333"/>
            </a:xfrm>
            <a:custGeom>
              <a:avLst/>
              <a:gdLst/>
              <a:ahLst/>
              <a:cxnLst/>
              <a:rect l="l" t="t" r="r" b="b"/>
              <a:pathLst>
                <a:path w="1583113" h="2709333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</p:sp>
        <p:sp>
          <p:nvSpPr>
            <p:cNvPr id="36" name="Google Shape;36;p6"/>
            <p:cNvSpPr txBox="1"/>
            <p:nvPr/>
          </p:nvSpPr>
          <p:spPr>
            <a:xfrm>
              <a:off x="0" y="-38100"/>
              <a:ext cx="15831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6"/>
          <p:cNvSpPr/>
          <p:nvPr/>
        </p:nvSpPr>
        <p:spPr>
          <a:xfrm rot="10800000">
            <a:off x="-11" y="8909102"/>
            <a:ext cx="3960057" cy="1425621"/>
          </a:xfrm>
          <a:custGeom>
            <a:avLst/>
            <a:gdLst/>
            <a:ahLst/>
            <a:cxnLst/>
            <a:rect l="l" t="t" r="r" b="b"/>
            <a:pathLst>
              <a:path w="3960057" h="1425621" extrusionOk="0">
                <a:moveTo>
                  <a:pt x="0" y="0"/>
                </a:moveTo>
                <a:lnTo>
                  <a:pt x="3960057" y="0"/>
                </a:lnTo>
                <a:lnTo>
                  <a:pt x="3960057" y="1425620"/>
                </a:lnTo>
                <a:lnTo>
                  <a:pt x="0" y="14256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27975" y="1694750"/>
            <a:ext cx="450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Red Hat Display SemiBold"/>
              <a:buNone/>
              <a:defRPr sz="7000" i="0" u="none" strike="noStrike" cap="none">
                <a:solidFill>
                  <a:schemeClr val="dk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7006950" y="1758875"/>
            <a:ext cx="10277400" cy="71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12185613" y="6202000"/>
            <a:ext cx="6102300" cy="408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-65600" y="-154187"/>
            <a:ext cx="18419324" cy="2398099"/>
            <a:chOff x="0" y="-38100"/>
            <a:chExt cx="4851148" cy="631594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4851148" cy="593494"/>
            </a:xfrm>
            <a:custGeom>
              <a:avLst/>
              <a:gdLst/>
              <a:ahLst/>
              <a:cxnLst/>
              <a:rect l="l" t="t" r="r" b="b"/>
              <a:pathLst>
                <a:path w="4851148" h="593494" extrusionOk="0">
                  <a:moveTo>
                    <a:pt x="0" y="0"/>
                  </a:moveTo>
                  <a:lnTo>
                    <a:pt x="4851148" y="0"/>
                  </a:lnTo>
                  <a:lnTo>
                    <a:pt x="4851148" y="593494"/>
                  </a:lnTo>
                  <a:lnTo>
                    <a:pt x="0" y="593494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44" name="Google Shape;44;p7"/>
            <p:cNvSpPr txBox="1"/>
            <p:nvPr/>
          </p:nvSpPr>
          <p:spPr>
            <a:xfrm>
              <a:off x="0" y="-38100"/>
              <a:ext cx="4851000" cy="63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7"/>
          <p:cNvGrpSpPr/>
          <p:nvPr/>
        </p:nvGrpSpPr>
        <p:grpSpPr>
          <a:xfrm>
            <a:off x="0" y="2097035"/>
            <a:ext cx="6102426" cy="4160763"/>
            <a:chOff x="0" y="-38100"/>
            <a:chExt cx="1583113" cy="1079400"/>
          </a:xfrm>
        </p:grpSpPr>
        <p:sp>
          <p:nvSpPr>
            <p:cNvPr id="46" name="Google Shape;46;p7"/>
            <p:cNvSpPr/>
            <p:nvPr/>
          </p:nvSpPr>
          <p:spPr>
            <a:xfrm>
              <a:off x="0" y="0"/>
              <a:ext cx="1583113" cy="1041184"/>
            </a:xfrm>
            <a:custGeom>
              <a:avLst/>
              <a:gdLst/>
              <a:ahLst/>
              <a:cxnLst/>
              <a:rect l="l" t="t" r="r" b="b"/>
              <a:pathLst>
                <a:path w="1583113" h="1041184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041184"/>
                  </a:lnTo>
                  <a:lnTo>
                    <a:pt x="0" y="1041184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</p:sp>
        <p:sp>
          <p:nvSpPr>
            <p:cNvPr id="47" name="Google Shape;47;p7"/>
            <p:cNvSpPr txBox="1"/>
            <p:nvPr/>
          </p:nvSpPr>
          <p:spPr>
            <a:xfrm>
              <a:off x="0" y="-38100"/>
              <a:ext cx="1583100" cy="10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7"/>
          <p:cNvGrpSpPr/>
          <p:nvPr/>
        </p:nvGrpSpPr>
        <p:grpSpPr>
          <a:xfrm>
            <a:off x="6092777" y="5301980"/>
            <a:ext cx="6102426" cy="5154119"/>
            <a:chOff x="0" y="-38100"/>
            <a:chExt cx="1583113" cy="1337100"/>
          </a:xfrm>
        </p:grpSpPr>
        <p:sp>
          <p:nvSpPr>
            <p:cNvPr id="49" name="Google Shape;49;p7"/>
            <p:cNvSpPr/>
            <p:nvPr/>
          </p:nvSpPr>
          <p:spPr>
            <a:xfrm>
              <a:off x="0" y="0"/>
              <a:ext cx="1583113" cy="1298889"/>
            </a:xfrm>
            <a:custGeom>
              <a:avLst/>
              <a:gdLst/>
              <a:ahLst/>
              <a:cxnLst/>
              <a:rect l="l" t="t" r="r" b="b"/>
              <a:pathLst>
                <a:path w="1583113" h="129888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98889"/>
                  </a:lnTo>
                  <a:lnTo>
                    <a:pt x="0" y="1298889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50" name="Google Shape;50;p7"/>
            <p:cNvSpPr txBox="1"/>
            <p:nvPr/>
          </p:nvSpPr>
          <p:spPr>
            <a:xfrm>
              <a:off x="0" y="-38100"/>
              <a:ext cx="15831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7"/>
          <p:cNvGrpSpPr/>
          <p:nvPr/>
        </p:nvGrpSpPr>
        <p:grpSpPr>
          <a:xfrm>
            <a:off x="12185550" y="2097027"/>
            <a:ext cx="6102426" cy="4365567"/>
            <a:chOff x="0" y="-38100"/>
            <a:chExt cx="1583113" cy="1254329"/>
          </a:xfrm>
        </p:grpSpPr>
        <p:sp>
          <p:nvSpPr>
            <p:cNvPr id="52" name="Google Shape;52;p7"/>
            <p:cNvSpPr/>
            <p:nvPr/>
          </p:nvSpPr>
          <p:spPr>
            <a:xfrm>
              <a:off x="0" y="0"/>
              <a:ext cx="1583113" cy="1216229"/>
            </a:xfrm>
            <a:custGeom>
              <a:avLst/>
              <a:gdLst/>
              <a:ahLst/>
              <a:cxnLst/>
              <a:rect l="l" t="t" r="r" b="b"/>
              <a:pathLst>
                <a:path w="1583113" h="121622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16229"/>
                  </a:lnTo>
                  <a:lnTo>
                    <a:pt x="0" y="1216229"/>
                  </a:ln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</p:sp>
        <p:sp>
          <p:nvSpPr>
            <p:cNvPr id="53" name="Google Shape;53;p7"/>
            <p:cNvSpPr txBox="1"/>
            <p:nvPr/>
          </p:nvSpPr>
          <p:spPr>
            <a:xfrm>
              <a:off x="0" y="-38100"/>
              <a:ext cx="1583100" cy="125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7"/>
          <p:cNvSpPr/>
          <p:nvPr/>
        </p:nvSpPr>
        <p:spPr>
          <a:xfrm>
            <a:off x="11938597" y="6462625"/>
            <a:ext cx="1023327" cy="2364832"/>
          </a:xfrm>
          <a:custGeom>
            <a:avLst/>
            <a:gdLst/>
            <a:ahLst/>
            <a:cxnLst/>
            <a:rect l="l" t="t" r="r" b="b"/>
            <a:pathLst>
              <a:path w="1023327" h="2364832" extrusionOk="0">
                <a:moveTo>
                  <a:pt x="0" y="0"/>
                </a:moveTo>
                <a:lnTo>
                  <a:pt x="1023328" y="0"/>
                </a:lnTo>
                <a:lnTo>
                  <a:pt x="1023328" y="2364832"/>
                </a:lnTo>
                <a:lnTo>
                  <a:pt x="0" y="236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" name="Google Shape;55;p7"/>
          <p:cNvSpPr/>
          <p:nvPr/>
        </p:nvSpPr>
        <p:spPr>
          <a:xfrm rot="5400000">
            <a:off x="-191640" y="4807428"/>
            <a:ext cx="1210274" cy="1912789"/>
          </a:xfrm>
          <a:custGeom>
            <a:avLst/>
            <a:gdLst/>
            <a:ahLst/>
            <a:cxnLst/>
            <a:rect l="l" t="t" r="r" b="b"/>
            <a:pathLst>
              <a:path w="1210274" h="1912789" extrusionOk="0">
                <a:moveTo>
                  <a:pt x="0" y="0"/>
                </a:moveTo>
                <a:lnTo>
                  <a:pt x="1210273" y="0"/>
                </a:lnTo>
                <a:lnTo>
                  <a:pt x="1210273" y="1912789"/>
                </a:lnTo>
                <a:lnTo>
                  <a:pt x="0" y="1912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1103700" y="587475"/>
            <a:ext cx="16000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0"/>
              <a:buFont typeface="Red Hat Display SemiBold"/>
              <a:buNone/>
              <a:defRPr sz="7000" i="0" u="none" strike="noStrike" cap="none">
                <a:solidFill>
                  <a:srgbClr val="D6F8A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873300" y="2795175"/>
            <a:ext cx="43557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3"/>
          </p:nvPr>
        </p:nvSpPr>
        <p:spPr>
          <a:xfrm>
            <a:off x="6853450" y="6617150"/>
            <a:ext cx="43557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4"/>
          </p:nvPr>
        </p:nvSpPr>
        <p:spPr>
          <a:xfrm>
            <a:off x="13058975" y="2795175"/>
            <a:ext cx="43557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5"/>
          </p:nvPr>
        </p:nvSpPr>
        <p:spPr>
          <a:xfrm>
            <a:off x="6103750" y="2246925"/>
            <a:ext cx="6081900" cy="32040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>
            <a:spLocks noGrp="1"/>
          </p:cNvSpPr>
          <p:nvPr>
            <p:ph type="pic" idx="6"/>
          </p:nvPr>
        </p:nvSpPr>
        <p:spPr>
          <a:xfrm>
            <a:off x="-10325" y="6202000"/>
            <a:ext cx="6102300" cy="408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FFF7E8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8"/>
          <p:cNvGrpSpPr/>
          <p:nvPr/>
        </p:nvGrpSpPr>
        <p:grpSpPr>
          <a:xfrm>
            <a:off x="0" y="-144662"/>
            <a:ext cx="6687480" cy="10431728"/>
            <a:chOff x="0" y="-38100"/>
            <a:chExt cx="1761300" cy="2747433"/>
          </a:xfrm>
        </p:grpSpPr>
        <p:sp>
          <p:nvSpPr>
            <p:cNvPr id="64" name="Google Shape;64;p8"/>
            <p:cNvSpPr/>
            <p:nvPr/>
          </p:nvSpPr>
          <p:spPr>
            <a:xfrm>
              <a:off x="0" y="0"/>
              <a:ext cx="1761229" cy="2709333"/>
            </a:xfrm>
            <a:custGeom>
              <a:avLst/>
              <a:gdLst/>
              <a:ahLst/>
              <a:cxnLst/>
              <a:rect l="l" t="t" r="r" b="b"/>
              <a:pathLst>
                <a:path w="1761229" h="2709333" extrusionOk="0">
                  <a:moveTo>
                    <a:pt x="0" y="0"/>
                  </a:moveTo>
                  <a:lnTo>
                    <a:pt x="1761229" y="0"/>
                  </a:lnTo>
                  <a:lnTo>
                    <a:pt x="176122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65" name="Google Shape;65;p8"/>
            <p:cNvSpPr txBox="1"/>
            <p:nvPr/>
          </p:nvSpPr>
          <p:spPr>
            <a:xfrm>
              <a:off x="0" y="-38100"/>
              <a:ext cx="17613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8"/>
          <p:cNvSpPr/>
          <p:nvPr/>
        </p:nvSpPr>
        <p:spPr>
          <a:xfrm>
            <a:off x="3190838" y="8415770"/>
            <a:ext cx="3657600" cy="1995055"/>
          </a:xfrm>
          <a:custGeom>
            <a:avLst/>
            <a:gdLst/>
            <a:ahLst/>
            <a:cxnLst/>
            <a:rect l="l" t="t" r="r" b="b"/>
            <a:pathLst>
              <a:path w="3657600" h="1995055" extrusionOk="0">
                <a:moveTo>
                  <a:pt x="0" y="0"/>
                </a:moveTo>
                <a:lnTo>
                  <a:pt x="3657600" y="0"/>
                </a:lnTo>
                <a:lnTo>
                  <a:pt x="3657600" y="1995055"/>
                </a:lnTo>
                <a:lnTo>
                  <a:pt x="0" y="1995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827975" y="1694750"/>
            <a:ext cx="450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7000"/>
              <a:buFont typeface="Red Hat Display SemiBold"/>
              <a:buNone/>
              <a:defRPr sz="7000" i="0" u="none" strike="noStrike" cap="none">
                <a:solidFill>
                  <a:srgbClr val="D6F8A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6F8A1"/>
              </a:buClr>
              <a:buSzPts val="1400"/>
              <a:buNone/>
              <a:defRPr sz="1800">
                <a:solidFill>
                  <a:srgbClr val="D6F8A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7006950" y="1758875"/>
            <a:ext cx="10277400" cy="71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rgbClr val="FFF7E8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 rot="10800000" flipH="1">
            <a:off x="14269958" y="8182137"/>
            <a:ext cx="2989342" cy="1076163"/>
          </a:xfrm>
          <a:custGeom>
            <a:avLst/>
            <a:gdLst/>
            <a:ahLst/>
            <a:cxnLst/>
            <a:rect l="l" t="t" r="r" b="b"/>
            <a:pathLst>
              <a:path w="2989342" h="1076163" extrusionOk="0">
                <a:moveTo>
                  <a:pt x="0" y="1076163"/>
                </a:moveTo>
                <a:lnTo>
                  <a:pt x="2989342" y="1076163"/>
                </a:lnTo>
                <a:lnTo>
                  <a:pt x="2989342" y="0"/>
                </a:lnTo>
                <a:lnTo>
                  <a:pt x="0" y="0"/>
                </a:lnTo>
                <a:lnTo>
                  <a:pt x="0" y="107616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28700" y="3326525"/>
            <a:ext cx="16230600" cy="3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300"/>
              <a:buFont typeface="Red Hat Display SemiBold"/>
              <a:buNone/>
              <a:defRPr sz="14300" i="0" u="none" strike="noStrike" cap="none">
                <a:solidFill>
                  <a:srgbClr val="343029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43029"/>
              </a:buClr>
              <a:buSzPts val="1400"/>
              <a:buNone/>
              <a:defRPr sz="1800">
                <a:solidFill>
                  <a:srgbClr val="34302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rgbClr val="FFF7E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0"/>
          <p:cNvGrpSpPr/>
          <p:nvPr/>
        </p:nvGrpSpPr>
        <p:grpSpPr>
          <a:xfrm>
            <a:off x="0" y="-144662"/>
            <a:ext cx="6010922" cy="6176038"/>
            <a:chOff x="0" y="-38100"/>
            <a:chExt cx="1583113" cy="1626600"/>
          </a:xfrm>
        </p:grpSpPr>
        <p:sp>
          <p:nvSpPr>
            <p:cNvPr id="74" name="Google Shape;74;p10"/>
            <p:cNvSpPr/>
            <p:nvPr/>
          </p:nvSpPr>
          <p:spPr>
            <a:xfrm>
              <a:off x="0" y="0"/>
              <a:ext cx="1583113" cy="1588434"/>
            </a:xfrm>
            <a:custGeom>
              <a:avLst/>
              <a:gdLst/>
              <a:ahLst/>
              <a:cxnLst/>
              <a:rect l="l" t="t" r="r" b="b"/>
              <a:pathLst>
                <a:path w="1583113" h="1588434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588434"/>
                  </a:lnTo>
                  <a:lnTo>
                    <a:pt x="0" y="1588434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</p:sp>
        <p:sp>
          <p:nvSpPr>
            <p:cNvPr id="75" name="Google Shape;75;p10"/>
            <p:cNvSpPr txBox="1"/>
            <p:nvPr/>
          </p:nvSpPr>
          <p:spPr>
            <a:xfrm>
              <a:off x="0" y="-38100"/>
              <a:ext cx="1583100" cy="16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10"/>
          <p:cNvGrpSpPr/>
          <p:nvPr/>
        </p:nvGrpSpPr>
        <p:grpSpPr>
          <a:xfrm>
            <a:off x="0" y="5698033"/>
            <a:ext cx="6010922" cy="4949259"/>
            <a:chOff x="0" y="-38100"/>
            <a:chExt cx="1583113" cy="1303500"/>
          </a:xfrm>
        </p:grpSpPr>
        <p:sp>
          <p:nvSpPr>
            <p:cNvPr id="77" name="Google Shape;77;p10"/>
            <p:cNvSpPr/>
            <p:nvPr/>
          </p:nvSpPr>
          <p:spPr>
            <a:xfrm>
              <a:off x="0" y="0"/>
              <a:ext cx="1583113" cy="1265382"/>
            </a:xfrm>
            <a:custGeom>
              <a:avLst/>
              <a:gdLst/>
              <a:ahLst/>
              <a:cxnLst/>
              <a:rect l="l" t="t" r="r" b="b"/>
              <a:pathLst>
                <a:path w="1583113" h="1265382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65382"/>
                  </a:lnTo>
                  <a:lnTo>
                    <a:pt x="0" y="1265382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78" name="Google Shape;78;p10"/>
            <p:cNvSpPr txBox="1"/>
            <p:nvPr/>
          </p:nvSpPr>
          <p:spPr>
            <a:xfrm>
              <a:off x="0" y="-38100"/>
              <a:ext cx="1583100" cy="130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10"/>
          <p:cNvSpPr txBox="1"/>
          <p:nvPr/>
        </p:nvSpPr>
        <p:spPr>
          <a:xfrm>
            <a:off x="9071881" y="2829325"/>
            <a:ext cx="6597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7E8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Open the link provided</a:t>
            </a:r>
            <a:endParaRPr sz="1200"/>
          </a:p>
        </p:txBody>
      </p:sp>
      <p:sp>
        <p:nvSpPr>
          <p:cNvPr id="80" name="Google Shape;80;p10"/>
          <p:cNvSpPr/>
          <p:nvPr/>
        </p:nvSpPr>
        <p:spPr>
          <a:xfrm>
            <a:off x="0" y="5842695"/>
            <a:ext cx="6010882" cy="4415266"/>
          </a:xfrm>
          <a:custGeom>
            <a:avLst/>
            <a:gdLst/>
            <a:ahLst/>
            <a:cxnLst/>
            <a:rect l="l" t="t" r="r" b="b"/>
            <a:pathLst>
              <a:path w="6010882" h="4415266" extrusionOk="0">
                <a:moveTo>
                  <a:pt x="0" y="0"/>
                </a:moveTo>
                <a:lnTo>
                  <a:pt x="6010882" y="0"/>
                </a:lnTo>
                <a:lnTo>
                  <a:pt x="6010882" y="4415267"/>
                </a:lnTo>
                <a:lnTo>
                  <a:pt x="0" y="4415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7006950" y="1758875"/>
            <a:ext cx="10277400" cy="71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rgbClr val="FFF7E8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1"/>
          <p:cNvGrpSpPr/>
          <p:nvPr/>
        </p:nvGrpSpPr>
        <p:grpSpPr>
          <a:xfrm>
            <a:off x="0" y="-144662"/>
            <a:ext cx="6010922" cy="4402771"/>
            <a:chOff x="0" y="-38100"/>
            <a:chExt cx="1583113" cy="1159570"/>
          </a:xfrm>
        </p:grpSpPr>
        <p:sp>
          <p:nvSpPr>
            <p:cNvPr id="84" name="Google Shape;84;p11"/>
            <p:cNvSpPr/>
            <p:nvPr/>
          </p:nvSpPr>
          <p:spPr>
            <a:xfrm>
              <a:off x="0" y="0"/>
              <a:ext cx="1583113" cy="1121470"/>
            </a:xfrm>
            <a:custGeom>
              <a:avLst/>
              <a:gdLst/>
              <a:ahLst/>
              <a:cxnLst/>
              <a:rect l="l" t="t" r="r" b="b"/>
              <a:pathLst>
                <a:path w="1583113" h="1121470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121470"/>
                  </a:lnTo>
                  <a:lnTo>
                    <a:pt x="0" y="1121470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85" name="Google Shape;85;p11"/>
            <p:cNvSpPr txBox="1"/>
            <p:nvPr/>
          </p:nvSpPr>
          <p:spPr>
            <a:xfrm>
              <a:off x="0" y="-38100"/>
              <a:ext cx="1583100" cy="115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11"/>
          <p:cNvGrpSpPr/>
          <p:nvPr/>
        </p:nvGrpSpPr>
        <p:grpSpPr>
          <a:xfrm>
            <a:off x="0" y="4113418"/>
            <a:ext cx="6010922" cy="6533816"/>
            <a:chOff x="0" y="-38100"/>
            <a:chExt cx="1583113" cy="1720829"/>
          </a:xfrm>
        </p:grpSpPr>
        <p:sp>
          <p:nvSpPr>
            <p:cNvPr id="87" name="Google Shape;87;p11"/>
            <p:cNvSpPr/>
            <p:nvPr/>
          </p:nvSpPr>
          <p:spPr>
            <a:xfrm>
              <a:off x="0" y="0"/>
              <a:ext cx="1583113" cy="1682729"/>
            </a:xfrm>
            <a:custGeom>
              <a:avLst/>
              <a:gdLst/>
              <a:ahLst/>
              <a:cxnLst/>
              <a:rect l="l" t="t" r="r" b="b"/>
              <a:pathLst>
                <a:path w="1583113" h="168272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682729"/>
                  </a:lnTo>
                  <a:lnTo>
                    <a:pt x="0" y="1682729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</p:sp>
        <p:sp>
          <p:nvSpPr>
            <p:cNvPr id="88" name="Google Shape;88;p11"/>
            <p:cNvSpPr txBox="1"/>
            <p:nvPr/>
          </p:nvSpPr>
          <p:spPr>
            <a:xfrm>
              <a:off x="0" y="-38100"/>
              <a:ext cx="1583100" cy="17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1"/>
          <p:cNvSpPr/>
          <p:nvPr/>
        </p:nvSpPr>
        <p:spPr>
          <a:xfrm>
            <a:off x="0" y="4268270"/>
            <a:ext cx="6007787" cy="6018730"/>
          </a:xfrm>
          <a:custGeom>
            <a:avLst/>
            <a:gdLst/>
            <a:ahLst/>
            <a:cxnLst/>
            <a:rect l="l" t="t" r="r" b="b"/>
            <a:pathLst>
              <a:path w="6007787" h="6018730" extrusionOk="0">
                <a:moveTo>
                  <a:pt x="0" y="0"/>
                </a:moveTo>
                <a:lnTo>
                  <a:pt x="6007787" y="0"/>
                </a:lnTo>
                <a:lnTo>
                  <a:pt x="6007787" y="6018730"/>
                </a:lnTo>
                <a:lnTo>
                  <a:pt x="0" y="6018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rgbClr val="FFF7E8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2"/>
          <p:cNvGrpSpPr/>
          <p:nvPr/>
        </p:nvGrpSpPr>
        <p:grpSpPr>
          <a:xfrm>
            <a:off x="0" y="-144662"/>
            <a:ext cx="6010922" cy="6176038"/>
            <a:chOff x="0" y="-38100"/>
            <a:chExt cx="1583113" cy="1626600"/>
          </a:xfrm>
        </p:grpSpPr>
        <p:sp>
          <p:nvSpPr>
            <p:cNvPr id="92" name="Google Shape;92;p12"/>
            <p:cNvSpPr/>
            <p:nvPr/>
          </p:nvSpPr>
          <p:spPr>
            <a:xfrm>
              <a:off x="0" y="0"/>
              <a:ext cx="1583113" cy="1588434"/>
            </a:xfrm>
            <a:custGeom>
              <a:avLst/>
              <a:gdLst/>
              <a:ahLst/>
              <a:cxnLst/>
              <a:rect l="l" t="t" r="r" b="b"/>
              <a:pathLst>
                <a:path w="1583113" h="1588434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588434"/>
                  </a:lnTo>
                  <a:lnTo>
                    <a:pt x="0" y="1588434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</p:sp>
        <p:sp>
          <p:nvSpPr>
            <p:cNvPr id="93" name="Google Shape;93;p12"/>
            <p:cNvSpPr txBox="1"/>
            <p:nvPr/>
          </p:nvSpPr>
          <p:spPr>
            <a:xfrm>
              <a:off x="0" y="-38100"/>
              <a:ext cx="1583100" cy="162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2"/>
          <p:cNvSpPr txBox="1"/>
          <p:nvPr/>
        </p:nvSpPr>
        <p:spPr>
          <a:xfrm>
            <a:off x="727518" y="6399023"/>
            <a:ext cx="4365300" cy="22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receive an unverified email that looks like it was sent by the company’s IT team. It reads:</a:t>
            </a:r>
            <a:endParaRPr/>
          </a:p>
        </p:txBody>
      </p:sp>
      <p:grpSp>
        <p:nvGrpSpPr>
          <p:cNvPr id="95" name="Google Shape;95;p12"/>
          <p:cNvGrpSpPr/>
          <p:nvPr/>
        </p:nvGrpSpPr>
        <p:grpSpPr>
          <a:xfrm>
            <a:off x="0" y="5886424"/>
            <a:ext cx="6010922" cy="4727141"/>
            <a:chOff x="0" y="-38100"/>
            <a:chExt cx="1583113" cy="1245000"/>
          </a:xfrm>
        </p:grpSpPr>
        <p:sp>
          <p:nvSpPr>
            <p:cNvPr id="96" name="Google Shape;96;p12"/>
            <p:cNvSpPr/>
            <p:nvPr/>
          </p:nvSpPr>
          <p:spPr>
            <a:xfrm>
              <a:off x="0" y="0"/>
              <a:ext cx="1583113" cy="1206771"/>
            </a:xfrm>
            <a:custGeom>
              <a:avLst/>
              <a:gdLst/>
              <a:ahLst/>
              <a:cxnLst/>
              <a:rect l="l" t="t" r="r" b="b"/>
              <a:pathLst>
                <a:path w="1583113" h="1206771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06771"/>
                  </a:lnTo>
                  <a:lnTo>
                    <a:pt x="0" y="1206771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</p:sp>
        <p:sp>
          <p:nvSpPr>
            <p:cNvPr id="97" name="Google Shape;97;p12"/>
            <p:cNvSpPr txBox="1"/>
            <p:nvPr/>
          </p:nvSpPr>
          <p:spPr>
            <a:xfrm>
              <a:off x="0" y="-38100"/>
              <a:ext cx="1583100" cy="124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2"/>
          <p:cNvSpPr/>
          <p:nvPr/>
        </p:nvSpPr>
        <p:spPr>
          <a:xfrm>
            <a:off x="-20203" y="0"/>
            <a:ext cx="6031086" cy="6031086"/>
          </a:xfrm>
          <a:custGeom>
            <a:avLst/>
            <a:gdLst/>
            <a:ahLst/>
            <a:cxnLst/>
            <a:rect l="l" t="t" r="r" b="b"/>
            <a:pathLst>
              <a:path w="6031086" h="6031086" extrusionOk="0">
                <a:moveTo>
                  <a:pt x="0" y="0"/>
                </a:moveTo>
                <a:lnTo>
                  <a:pt x="6031085" y="0"/>
                </a:lnTo>
                <a:lnTo>
                  <a:pt x="6031085" y="6031086"/>
                </a:lnTo>
                <a:lnTo>
                  <a:pt x="0" y="6031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Red Hat Display SemiBold"/>
              <a:buNone/>
              <a:defRPr sz="7000" i="0" u="none" strike="noStrike" cap="none">
                <a:solidFill>
                  <a:schemeClr val="dk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646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–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»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ed Hat Display"/>
              <a:buChar char="•"/>
              <a:defRPr sz="2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029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/>
        </p:nvSpPr>
        <p:spPr>
          <a:xfrm>
            <a:off x="1028700" y="3665713"/>
            <a:ext cx="16533900" cy="176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0" b="0" i="0" u="none" strike="noStrike" cap="none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Basic </a:t>
            </a:r>
            <a:r>
              <a:rPr lang="en-US" sz="14300" b="0" i="0" u="none" strike="noStrike" cap="none" dirty="0" err="1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CyberSecurity</a:t>
            </a:r>
            <a:endParaRPr sz="700" dirty="0"/>
          </a:p>
        </p:txBody>
      </p:sp>
      <p:sp>
        <p:nvSpPr>
          <p:cNvPr id="104" name="Google Shape;104;p13"/>
          <p:cNvSpPr/>
          <p:nvPr/>
        </p:nvSpPr>
        <p:spPr>
          <a:xfrm>
            <a:off x="14269958" y="1028700"/>
            <a:ext cx="2989342" cy="1076163"/>
          </a:xfrm>
          <a:custGeom>
            <a:avLst/>
            <a:gdLst/>
            <a:ahLst/>
            <a:cxnLst/>
            <a:rect l="l" t="t" r="r" b="b"/>
            <a:pathLst>
              <a:path w="2989342" h="1076163" extrusionOk="0">
                <a:moveTo>
                  <a:pt x="0" y="0"/>
                </a:moveTo>
                <a:lnTo>
                  <a:pt x="2989342" y="0"/>
                </a:lnTo>
                <a:lnTo>
                  <a:pt x="2989342" y="1076163"/>
                </a:lnTo>
                <a:lnTo>
                  <a:pt x="0" y="1076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13"/>
          <p:cNvSpPr/>
          <p:nvPr/>
        </p:nvSpPr>
        <p:spPr>
          <a:xfrm>
            <a:off x="1028700" y="1028700"/>
            <a:ext cx="658593" cy="658593"/>
          </a:xfrm>
          <a:custGeom>
            <a:avLst/>
            <a:gdLst/>
            <a:ahLst/>
            <a:cxnLst/>
            <a:rect l="l" t="t" r="r" b="b"/>
            <a:pathLst>
              <a:path w="658593" h="658593" extrusionOk="0">
                <a:moveTo>
                  <a:pt x="0" y="0"/>
                </a:moveTo>
                <a:lnTo>
                  <a:pt x="658593" y="0"/>
                </a:lnTo>
                <a:lnTo>
                  <a:pt x="658593" y="658593"/>
                </a:lnTo>
                <a:lnTo>
                  <a:pt x="0" y="658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6" name="Google Shape;106;p13"/>
          <p:cNvCxnSpPr/>
          <p:nvPr/>
        </p:nvCxnSpPr>
        <p:spPr>
          <a:xfrm>
            <a:off x="0" y="8748243"/>
            <a:ext cx="18288000" cy="0"/>
          </a:xfrm>
          <a:prstGeom prst="straightConnector1">
            <a:avLst/>
          </a:prstGeom>
          <a:noFill/>
          <a:ln w="19050" cap="flat" cmpd="sng">
            <a:solidFill>
              <a:srgbClr val="D6F8A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3"/>
          <p:cNvSpPr txBox="1"/>
          <p:nvPr/>
        </p:nvSpPr>
        <p:spPr>
          <a:xfrm>
            <a:off x="1891861" y="1169084"/>
            <a:ext cx="24185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13"/>
          <p:cNvSpPr txBox="1"/>
          <p:nvPr/>
        </p:nvSpPr>
        <p:spPr>
          <a:xfrm>
            <a:off x="1028700" y="9220200"/>
            <a:ext cx="273546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Nate Lowinger</a:t>
            </a:r>
            <a:endParaRPr dirty="0"/>
          </a:p>
        </p:txBody>
      </p:sp>
      <p:sp>
        <p:nvSpPr>
          <p:cNvPr id="109" name="Google Shape;109;p13"/>
          <p:cNvSpPr txBox="1"/>
          <p:nvPr/>
        </p:nvSpPr>
        <p:spPr>
          <a:xfrm>
            <a:off x="14510593" y="9220200"/>
            <a:ext cx="277051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DECEMBER 1</a:t>
            </a:r>
            <a:r>
              <a:rPr lang="en-US" sz="2000" b="1" i="0" u="none" strike="noStrike" cap="none" baseline="30000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02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 t="28648" b="28648"/>
          <a:stretch/>
        </p:blipFill>
        <p:spPr>
          <a:xfrm>
            <a:off x="0" y="5074170"/>
            <a:ext cx="18288000" cy="521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28700" y="1127925"/>
            <a:ext cx="116124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0" i="0" u="none" strike="noStrike" cap="none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Introduction 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62098" y="3318055"/>
            <a:ext cx="12228300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is Cyber Crime?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are Hackers?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29" name="Google Shape;129;p15"/>
          <p:cNvSpPr/>
          <p:nvPr/>
        </p:nvSpPr>
        <p:spPr>
          <a:xfrm>
            <a:off x="17632125" y="3866667"/>
            <a:ext cx="1082341" cy="3252936"/>
          </a:xfrm>
          <a:custGeom>
            <a:avLst/>
            <a:gdLst/>
            <a:ahLst/>
            <a:cxnLst/>
            <a:rect l="l" t="t" r="r" b="b"/>
            <a:pathLst>
              <a:path w="1082341" h="3252936" extrusionOk="0">
                <a:moveTo>
                  <a:pt x="0" y="0"/>
                </a:moveTo>
                <a:lnTo>
                  <a:pt x="1082341" y="0"/>
                </a:lnTo>
                <a:lnTo>
                  <a:pt x="1082341" y="3252937"/>
                </a:lnTo>
                <a:lnTo>
                  <a:pt x="0" y="3252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8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-65600" y="-154186"/>
            <a:ext cx="18419201" cy="2398085"/>
            <a:chOff x="0" y="-38100"/>
            <a:chExt cx="4851148" cy="631594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851148" cy="593494"/>
            </a:xfrm>
            <a:custGeom>
              <a:avLst/>
              <a:gdLst/>
              <a:ahLst/>
              <a:cxnLst/>
              <a:rect l="l" t="t" r="r" b="b"/>
              <a:pathLst>
                <a:path w="4851148" h="593494" extrusionOk="0">
                  <a:moveTo>
                    <a:pt x="0" y="0"/>
                  </a:moveTo>
                  <a:lnTo>
                    <a:pt x="4851148" y="0"/>
                  </a:lnTo>
                  <a:lnTo>
                    <a:pt x="4851148" y="593494"/>
                  </a:lnTo>
                  <a:lnTo>
                    <a:pt x="0" y="593494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-38100"/>
              <a:ext cx="4851148" cy="631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0" y="2097034"/>
            <a:ext cx="6102447" cy="4160331"/>
            <a:chOff x="0" y="-38100"/>
            <a:chExt cx="1583113" cy="1079284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1583113" cy="1041184"/>
            </a:xfrm>
            <a:custGeom>
              <a:avLst/>
              <a:gdLst/>
              <a:ahLst/>
              <a:cxnLst/>
              <a:rect l="l" t="t" r="r" b="b"/>
              <a:pathLst>
                <a:path w="1583113" h="1041184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041184"/>
                  </a:lnTo>
                  <a:lnTo>
                    <a:pt x="0" y="1041184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0" y="-38100"/>
              <a:ext cx="1583113" cy="10792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6092777" y="5301979"/>
            <a:ext cx="6102447" cy="5153711"/>
            <a:chOff x="0" y="-38100"/>
            <a:chExt cx="1583113" cy="1336989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1583113" cy="1298889"/>
            </a:xfrm>
            <a:custGeom>
              <a:avLst/>
              <a:gdLst/>
              <a:ahLst/>
              <a:cxnLst/>
              <a:rect l="l" t="t" r="r" b="b"/>
              <a:pathLst>
                <a:path w="1583113" h="129888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98889"/>
                  </a:lnTo>
                  <a:lnTo>
                    <a:pt x="0" y="1298889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0" y="-38100"/>
              <a:ext cx="1583113" cy="1336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2185553" y="2097034"/>
            <a:ext cx="6102447" cy="4835077"/>
            <a:chOff x="0" y="-38100"/>
            <a:chExt cx="1583113" cy="1254329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0"/>
              <a:ext cx="1583113" cy="1216229"/>
            </a:xfrm>
            <a:custGeom>
              <a:avLst/>
              <a:gdLst/>
              <a:ahLst/>
              <a:cxnLst/>
              <a:rect l="l" t="t" r="r" b="b"/>
              <a:pathLst>
                <a:path w="1583113" h="121622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16229"/>
                  </a:lnTo>
                  <a:lnTo>
                    <a:pt x="0" y="1216229"/>
                  </a:ln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0" y="-38100"/>
              <a:ext cx="1583113" cy="1254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l="2841" r="2841"/>
          <a:stretch/>
        </p:blipFill>
        <p:spPr>
          <a:xfrm>
            <a:off x="0" y="6144908"/>
            <a:ext cx="6102447" cy="431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 rotWithShape="1">
          <a:blip r:embed="rId4">
            <a:alphaModFix/>
          </a:blip>
          <a:srcRect t="31686" b="31686"/>
          <a:stretch/>
        </p:blipFill>
        <p:spPr>
          <a:xfrm>
            <a:off x="6092777" y="2243899"/>
            <a:ext cx="6102447" cy="33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 rotWithShape="1">
          <a:blip r:embed="rId5">
            <a:alphaModFix/>
          </a:blip>
          <a:srcRect t="13808" b="48531"/>
          <a:stretch/>
        </p:blipFill>
        <p:spPr>
          <a:xfrm>
            <a:off x="12185553" y="6932112"/>
            <a:ext cx="6233647" cy="35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11938597" y="6462625"/>
            <a:ext cx="1023327" cy="2364832"/>
          </a:xfrm>
          <a:custGeom>
            <a:avLst/>
            <a:gdLst/>
            <a:ahLst/>
            <a:cxnLst/>
            <a:rect l="l" t="t" r="r" b="b"/>
            <a:pathLst>
              <a:path w="1023327" h="2364832" extrusionOk="0">
                <a:moveTo>
                  <a:pt x="0" y="0"/>
                </a:moveTo>
                <a:lnTo>
                  <a:pt x="1023328" y="0"/>
                </a:lnTo>
                <a:lnTo>
                  <a:pt x="1023328" y="2364832"/>
                </a:lnTo>
                <a:lnTo>
                  <a:pt x="0" y="236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Google Shape;171;p17"/>
          <p:cNvSpPr/>
          <p:nvPr/>
        </p:nvSpPr>
        <p:spPr>
          <a:xfrm rot="5400000">
            <a:off x="-191640" y="4807428"/>
            <a:ext cx="1210274" cy="1912789"/>
          </a:xfrm>
          <a:custGeom>
            <a:avLst/>
            <a:gdLst/>
            <a:ahLst/>
            <a:cxnLst/>
            <a:rect l="l" t="t" r="r" b="b"/>
            <a:pathLst>
              <a:path w="1210274" h="1912789" extrusionOk="0">
                <a:moveTo>
                  <a:pt x="0" y="0"/>
                </a:moveTo>
                <a:lnTo>
                  <a:pt x="1210273" y="0"/>
                </a:lnTo>
                <a:lnTo>
                  <a:pt x="1210273" y="1912789"/>
                </a:lnTo>
                <a:lnTo>
                  <a:pt x="0" y="1912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Google Shape;172;p17"/>
          <p:cNvSpPr txBox="1"/>
          <p:nvPr/>
        </p:nvSpPr>
        <p:spPr>
          <a:xfrm>
            <a:off x="630995" y="596488"/>
            <a:ext cx="9038406" cy="14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Techniques</a:t>
            </a:r>
            <a:endParaRPr lang="en-US"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785042" y="3225110"/>
            <a:ext cx="397080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Phishing attacks</a:t>
            </a:r>
            <a:endParaRPr lang="en-US" dirty="0"/>
          </a:p>
        </p:txBody>
      </p:sp>
      <p:sp>
        <p:nvSpPr>
          <p:cNvPr id="174" name="Google Shape;174;p17"/>
          <p:cNvSpPr txBox="1"/>
          <p:nvPr/>
        </p:nvSpPr>
        <p:spPr>
          <a:xfrm>
            <a:off x="13120873" y="3660201"/>
            <a:ext cx="3784402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DNS Poisoning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6961422" y="6472150"/>
            <a:ext cx="3129000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Trojans</a:t>
            </a:r>
            <a:endParaRPr lang="en-US"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785050" y="3948300"/>
            <a:ext cx="4133400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social engineering attack wherein the attacker impersonates a trusted source.</a:t>
            </a:r>
            <a:endParaRPr sz="1100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3120875" y="4383400"/>
            <a:ext cx="3731400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hacker masquerading as a trusted DNS Server that sends you to a malicious link.</a:t>
            </a:r>
            <a:endParaRPr lang="en-US" sz="1100"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6961422" y="7776378"/>
            <a:ext cx="4365300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malicious application masquerading as a trusted app from a trusted source.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27C4C784-9538-8CC6-8F1D-AC4A41ED9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>
            <a:extLst>
              <a:ext uri="{FF2B5EF4-FFF2-40B4-BE49-F238E27FC236}">
                <a16:creationId xmlns:a16="http://schemas.microsoft.com/office/drawing/2014/main" id="{6A159F3A-D5F0-47BD-15AB-A80B5C97E022}"/>
              </a:ext>
            </a:extLst>
          </p:cNvPr>
          <p:cNvGrpSpPr/>
          <p:nvPr/>
        </p:nvGrpSpPr>
        <p:grpSpPr>
          <a:xfrm>
            <a:off x="-65600" y="-154186"/>
            <a:ext cx="18419201" cy="2398085"/>
            <a:chOff x="0" y="-38100"/>
            <a:chExt cx="4851148" cy="631594"/>
          </a:xfrm>
        </p:grpSpPr>
        <p:sp>
          <p:nvSpPr>
            <p:cNvPr id="156" name="Google Shape;156;p17">
              <a:extLst>
                <a:ext uri="{FF2B5EF4-FFF2-40B4-BE49-F238E27FC236}">
                  <a16:creationId xmlns:a16="http://schemas.microsoft.com/office/drawing/2014/main" id="{6DFC3E85-2BD9-5282-5D65-EA757ED6DDC5}"/>
                </a:ext>
              </a:extLst>
            </p:cNvPr>
            <p:cNvSpPr/>
            <p:nvPr/>
          </p:nvSpPr>
          <p:spPr>
            <a:xfrm>
              <a:off x="0" y="0"/>
              <a:ext cx="4851148" cy="593494"/>
            </a:xfrm>
            <a:custGeom>
              <a:avLst/>
              <a:gdLst/>
              <a:ahLst/>
              <a:cxnLst/>
              <a:rect l="l" t="t" r="r" b="b"/>
              <a:pathLst>
                <a:path w="4851148" h="593494" extrusionOk="0">
                  <a:moveTo>
                    <a:pt x="0" y="0"/>
                  </a:moveTo>
                  <a:lnTo>
                    <a:pt x="4851148" y="0"/>
                  </a:lnTo>
                  <a:lnTo>
                    <a:pt x="4851148" y="593494"/>
                  </a:lnTo>
                  <a:lnTo>
                    <a:pt x="0" y="593494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Google Shape;157;p17">
              <a:extLst>
                <a:ext uri="{FF2B5EF4-FFF2-40B4-BE49-F238E27FC236}">
                  <a16:creationId xmlns:a16="http://schemas.microsoft.com/office/drawing/2014/main" id="{E6736326-6D7F-AE56-AD42-525410D9FDD5}"/>
                </a:ext>
              </a:extLst>
            </p:cNvPr>
            <p:cNvSpPr txBox="1"/>
            <p:nvPr/>
          </p:nvSpPr>
          <p:spPr>
            <a:xfrm>
              <a:off x="0" y="-38100"/>
              <a:ext cx="4851148" cy="631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7">
            <a:extLst>
              <a:ext uri="{FF2B5EF4-FFF2-40B4-BE49-F238E27FC236}">
                <a16:creationId xmlns:a16="http://schemas.microsoft.com/office/drawing/2014/main" id="{3D2C8AFC-F165-7AEF-735D-513AF2F6CC15}"/>
              </a:ext>
            </a:extLst>
          </p:cNvPr>
          <p:cNvGrpSpPr/>
          <p:nvPr/>
        </p:nvGrpSpPr>
        <p:grpSpPr>
          <a:xfrm>
            <a:off x="0" y="2097034"/>
            <a:ext cx="6102447" cy="4160331"/>
            <a:chOff x="0" y="-38100"/>
            <a:chExt cx="1583113" cy="1079284"/>
          </a:xfrm>
        </p:grpSpPr>
        <p:sp>
          <p:nvSpPr>
            <p:cNvPr id="159" name="Google Shape;159;p17">
              <a:extLst>
                <a:ext uri="{FF2B5EF4-FFF2-40B4-BE49-F238E27FC236}">
                  <a16:creationId xmlns:a16="http://schemas.microsoft.com/office/drawing/2014/main" id="{C3324E7B-37C4-E343-C58D-B0E0666321D8}"/>
                </a:ext>
              </a:extLst>
            </p:cNvPr>
            <p:cNvSpPr/>
            <p:nvPr/>
          </p:nvSpPr>
          <p:spPr>
            <a:xfrm>
              <a:off x="0" y="0"/>
              <a:ext cx="1583113" cy="1041184"/>
            </a:xfrm>
            <a:custGeom>
              <a:avLst/>
              <a:gdLst/>
              <a:ahLst/>
              <a:cxnLst/>
              <a:rect l="l" t="t" r="r" b="b"/>
              <a:pathLst>
                <a:path w="1583113" h="1041184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041184"/>
                  </a:lnTo>
                  <a:lnTo>
                    <a:pt x="0" y="1041184"/>
                  </a:lnTo>
                  <a:close/>
                </a:path>
              </a:pathLst>
            </a:custGeom>
            <a:solidFill>
              <a:srgbClr val="D6F8A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Google Shape;160;p17">
              <a:extLst>
                <a:ext uri="{FF2B5EF4-FFF2-40B4-BE49-F238E27FC236}">
                  <a16:creationId xmlns:a16="http://schemas.microsoft.com/office/drawing/2014/main" id="{69807E0E-434D-3779-D837-8555EF4246BE}"/>
                </a:ext>
              </a:extLst>
            </p:cNvPr>
            <p:cNvSpPr txBox="1"/>
            <p:nvPr/>
          </p:nvSpPr>
          <p:spPr>
            <a:xfrm>
              <a:off x="0" y="-38100"/>
              <a:ext cx="1583113" cy="10792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7">
            <a:extLst>
              <a:ext uri="{FF2B5EF4-FFF2-40B4-BE49-F238E27FC236}">
                <a16:creationId xmlns:a16="http://schemas.microsoft.com/office/drawing/2014/main" id="{1550C35F-4214-AE61-CB6D-E79CBBE04986}"/>
              </a:ext>
            </a:extLst>
          </p:cNvPr>
          <p:cNvGrpSpPr/>
          <p:nvPr/>
        </p:nvGrpSpPr>
        <p:grpSpPr>
          <a:xfrm>
            <a:off x="6092777" y="5301979"/>
            <a:ext cx="6102447" cy="5153711"/>
            <a:chOff x="0" y="-38100"/>
            <a:chExt cx="1583113" cy="1336989"/>
          </a:xfrm>
        </p:grpSpPr>
        <p:sp>
          <p:nvSpPr>
            <p:cNvPr id="162" name="Google Shape;162;p17">
              <a:extLst>
                <a:ext uri="{FF2B5EF4-FFF2-40B4-BE49-F238E27FC236}">
                  <a16:creationId xmlns:a16="http://schemas.microsoft.com/office/drawing/2014/main" id="{B9711197-664B-5CE7-4DEE-A69AA00C8FCC}"/>
                </a:ext>
              </a:extLst>
            </p:cNvPr>
            <p:cNvSpPr/>
            <p:nvPr/>
          </p:nvSpPr>
          <p:spPr>
            <a:xfrm>
              <a:off x="0" y="0"/>
              <a:ext cx="1583113" cy="1298889"/>
            </a:xfrm>
            <a:custGeom>
              <a:avLst/>
              <a:gdLst/>
              <a:ahLst/>
              <a:cxnLst/>
              <a:rect l="l" t="t" r="r" b="b"/>
              <a:pathLst>
                <a:path w="1583113" h="129888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98889"/>
                  </a:lnTo>
                  <a:lnTo>
                    <a:pt x="0" y="1298889"/>
                  </a:lnTo>
                  <a:close/>
                </a:path>
              </a:pathLst>
            </a:custGeom>
            <a:solidFill>
              <a:srgbClr val="34302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Google Shape;163;p17">
              <a:extLst>
                <a:ext uri="{FF2B5EF4-FFF2-40B4-BE49-F238E27FC236}">
                  <a16:creationId xmlns:a16="http://schemas.microsoft.com/office/drawing/2014/main" id="{5AF322C4-1FF3-2859-4C82-4D6FBE04A0D0}"/>
                </a:ext>
              </a:extLst>
            </p:cNvPr>
            <p:cNvSpPr txBox="1"/>
            <p:nvPr/>
          </p:nvSpPr>
          <p:spPr>
            <a:xfrm>
              <a:off x="0" y="-38100"/>
              <a:ext cx="1583113" cy="1336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7">
            <a:extLst>
              <a:ext uri="{FF2B5EF4-FFF2-40B4-BE49-F238E27FC236}">
                <a16:creationId xmlns:a16="http://schemas.microsoft.com/office/drawing/2014/main" id="{D94AD81D-3C5D-173B-D20E-C1CF124015B5}"/>
              </a:ext>
            </a:extLst>
          </p:cNvPr>
          <p:cNvGrpSpPr/>
          <p:nvPr/>
        </p:nvGrpSpPr>
        <p:grpSpPr>
          <a:xfrm>
            <a:off x="12185553" y="2097034"/>
            <a:ext cx="6102447" cy="4835077"/>
            <a:chOff x="0" y="-38100"/>
            <a:chExt cx="1583113" cy="1254329"/>
          </a:xfrm>
        </p:grpSpPr>
        <p:sp>
          <p:nvSpPr>
            <p:cNvPr id="165" name="Google Shape;165;p17">
              <a:extLst>
                <a:ext uri="{FF2B5EF4-FFF2-40B4-BE49-F238E27FC236}">
                  <a16:creationId xmlns:a16="http://schemas.microsoft.com/office/drawing/2014/main" id="{AC5832D3-83AB-EB35-CCFF-4CD81F835C29}"/>
                </a:ext>
              </a:extLst>
            </p:cNvPr>
            <p:cNvSpPr/>
            <p:nvPr/>
          </p:nvSpPr>
          <p:spPr>
            <a:xfrm>
              <a:off x="0" y="0"/>
              <a:ext cx="1583113" cy="1216229"/>
            </a:xfrm>
            <a:custGeom>
              <a:avLst/>
              <a:gdLst/>
              <a:ahLst/>
              <a:cxnLst/>
              <a:rect l="l" t="t" r="r" b="b"/>
              <a:pathLst>
                <a:path w="1583113" h="1216229" extrusionOk="0">
                  <a:moveTo>
                    <a:pt x="0" y="0"/>
                  </a:moveTo>
                  <a:lnTo>
                    <a:pt x="1583113" y="0"/>
                  </a:lnTo>
                  <a:lnTo>
                    <a:pt x="1583113" y="1216229"/>
                  </a:lnTo>
                  <a:lnTo>
                    <a:pt x="0" y="1216229"/>
                  </a:lnTo>
                  <a:close/>
                </a:path>
              </a:pathLst>
            </a:custGeom>
            <a:solidFill>
              <a:srgbClr val="FFF7E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Google Shape;166;p17">
              <a:extLst>
                <a:ext uri="{FF2B5EF4-FFF2-40B4-BE49-F238E27FC236}">
                  <a16:creationId xmlns:a16="http://schemas.microsoft.com/office/drawing/2014/main" id="{91126724-D2F8-0352-45B6-54EDE506FEA8}"/>
                </a:ext>
              </a:extLst>
            </p:cNvPr>
            <p:cNvSpPr txBox="1"/>
            <p:nvPr/>
          </p:nvSpPr>
          <p:spPr>
            <a:xfrm>
              <a:off x="0" y="-38100"/>
              <a:ext cx="1583113" cy="1254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7">
            <a:extLst>
              <a:ext uri="{FF2B5EF4-FFF2-40B4-BE49-F238E27FC236}">
                <a16:creationId xmlns:a16="http://schemas.microsoft.com/office/drawing/2014/main" id="{FD919A5E-49A8-6686-B8FE-3FCCEA71EC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41" r="2841"/>
          <a:stretch/>
        </p:blipFill>
        <p:spPr>
          <a:xfrm>
            <a:off x="0" y="6144908"/>
            <a:ext cx="6102447" cy="431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>
            <a:extLst>
              <a:ext uri="{FF2B5EF4-FFF2-40B4-BE49-F238E27FC236}">
                <a16:creationId xmlns:a16="http://schemas.microsoft.com/office/drawing/2014/main" id="{CDBBAA17-DBD9-B54A-A7CA-744011829E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31686" b="31686"/>
          <a:stretch/>
        </p:blipFill>
        <p:spPr>
          <a:xfrm>
            <a:off x="6092777" y="2243899"/>
            <a:ext cx="6102447" cy="33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>
            <a:extLst>
              <a:ext uri="{FF2B5EF4-FFF2-40B4-BE49-F238E27FC236}">
                <a16:creationId xmlns:a16="http://schemas.microsoft.com/office/drawing/2014/main" id="{DD48BCDE-1235-EA2D-3A35-28ED32B4306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3808" b="48531"/>
          <a:stretch/>
        </p:blipFill>
        <p:spPr>
          <a:xfrm>
            <a:off x="12185553" y="6932112"/>
            <a:ext cx="6233647" cy="35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4C6EB315-49E8-85B3-80BA-5A0A7C96C351}"/>
              </a:ext>
            </a:extLst>
          </p:cNvPr>
          <p:cNvSpPr/>
          <p:nvPr/>
        </p:nvSpPr>
        <p:spPr>
          <a:xfrm>
            <a:off x="11938597" y="6462625"/>
            <a:ext cx="1023327" cy="2364832"/>
          </a:xfrm>
          <a:custGeom>
            <a:avLst/>
            <a:gdLst/>
            <a:ahLst/>
            <a:cxnLst/>
            <a:rect l="l" t="t" r="r" b="b"/>
            <a:pathLst>
              <a:path w="1023327" h="2364832" extrusionOk="0">
                <a:moveTo>
                  <a:pt x="0" y="0"/>
                </a:moveTo>
                <a:lnTo>
                  <a:pt x="1023328" y="0"/>
                </a:lnTo>
                <a:lnTo>
                  <a:pt x="1023328" y="2364832"/>
                </a:lnTo>
                <a:lnTo>
                  <a:pt x="0" y="2364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Google Shape;171;p17">
            <a:extLst>
              <a:ext uri="{FF2B5EF4-FFF2-40B4-BE49-F238E27FC236}">
                <a16:creationId xmlns:a16="http://schemas.microsoft.com/office/drawing/2014/main" id="{5BDFEB53-ABBD-34E4-922A-D0662BB4C964}"/>
              </a:ext>
            </a:extLst>
          </p:cNvPr>
          <p:cNvSpPr/>
          <p:nvPr/>
        </p:nvSpPr>
        <p:spPr>
          <a:xfrm rot="5400000">
            <a:off x="-191640" y="4807428"/>
            <a:ext cx="1210274" cy="1912789"/>
          </a:xfrm>
          <a:custGeom>
            <a:avLst/>
            <a:gdLst/>
            <a:ahLst/>
            <a:cxnLst/>
            <a:rect l="l" t="t" r="r" b="b"/>
            <a:pathLst>
              <a:path w="1210274" h="1912789" extrusionOk="0">
                <a:moveTo>
                  <a:pt x="0" y="0"/>
                </a:moveTo>
                <a:lnTo>
                  <a:pt x="1210273" y="0"/>
                </a:lnTo>
                <a:lnTo>
                  <a:pt x="1210273" y="1912789"/>
                </a:lnTo>
                <a:lnTo>
                  <a:pt x="0" y="1912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Google Shape;172;p17">
            <a:extLst>
              <a:ext uri="{FF2B5EF4-FFF2-40B4-BE49-F238E27FC236}">
                <a16:creationId xmlns:a16="http://schemas.microsoft.com/office/drawing/2014/main" id="{6636D863-C909-44CB-DA36-A0C47D1E2B37}"/>
              </a:ext>
            </a:extLst>
          </p:cNvPr>
          <p:cNvSpPr txBox="1"/>
          <p:nvPr/>
        </p:nvSpPr>
        <p:spPr>
          <a:xfrm>
            <a:off x="630995" y="596488"/>
            <a:ext cx="9038406" cy="146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Techniques</a:t>
            </a:r>
            <a:endParaRPr lang="en-US" dirty="0"/>
          </a:p>
        </p:txBody>
      </p:sp>
      <p:sp>
        <p:nvSpPr>
          <p:cNvPr id="173" name="Google Shape;173;p17">
            <a:extLst>
              <a:ext uri="{FF2B5EF4-FFF2-40B4-BE49-F238E27FC236}">
                <a16:creationId xmlns:a16="http://schemas.microsoft.com/office/drawing/2014/main" id="{0DAB5457-211B-8D1B-1638-59DA219C4EAD}"/>
              </a:ext>
            </a:extLst>
          </p:cNvPr>
          <p:cNvSpPr txBox="1"/>
          <p:nvPr/>
        </p:nvSpPr>
        <p:spPr>
          <a:xfrm>
            <a:off x="785042" y="3225110"/>
            <a:ext cx="3970809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Ransomware</a:t>
            </a:r>
            <a:endParaRPr lang="en-US" dirty="0"/>
          </a:p>
        </p:txBody>
      </p:sp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633775C2-EC91-FA7E-DA51-2DFDAD839467}"/>
              </a:ext>
            </a:extLst>
          </p:cNvPr>
          <p:cNvSpPr txBox="1"/>
          <p:nvPr/>
        </p:nvSpPr>
        <p:spPr>
          <a:xfrm>
            <a:off x="13120875" y="3028689"/>
            <a:ext cx="3784402" cy="147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Information Stealers</a:t>
            </a:r>
            <a:endParaRPr lang="en-US" dirty="0"/>
          </a:p>
        </p:txBody>
      </p:sp>
      <p:sp>
        <p:nvSpPr>
          <p:cNvPr id="175" name="Google Shape;175;p17">
            <a:extLst>
              <a:ext uri="{FF2B5EF4-FFF2-40B4-BE49-F238E27FC236}">
                <a16:creationId xmlns:a16="http://schemas.microsoft.com/office/drawing/2014/main" id="{E8AAE750-949B-6B95-C768-76AFAF6A962E}"/>
              </a:ext>
            </a:extLst>
          </p:cNvPr>
          <p:cNvSpPr txBox="1"/>
          <p:nvPr/>
        </p:nvSpPr>
        <p:spPr>
          <a:xfrm>
            <a:off x="6961422" y="6472150"/>
            <a:ext cx="3129000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Root Kits</a:t>
            </a:r>
            <a:endParaRPr lang="en-US" dirty="0"/>
          </a:p>
        </p:txBody>
      </p:sp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CEBE1162-7FD3-74C3-42B5-3CC0E6FF0807}"/>
              </a:ext>
            </a:extLst>
          </p:cNvPr>
          <p:cNvSpPr txBox="1"/>
          <p:nvPr/>
        </p:nvSpPr>
        <p:spPr>
          <a:xfrm>
            <a:off x="785050" y="3948300"/>
            <a:ext cx="4133400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Encrypts your data and holds it “hostage” in exchange for money or cryptocurrency</a:t>
            </a:r>
            <a:endParaRPr lang="en-US" sz="1100" dirty="0"/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2B6C4C28-75DE-C492-9406-FC577CDB3E4F}"/>
              </a:ext>
            </a:extLst>
          </p:cNvPr>
          <p:cNvSpPr txBox="1"/>
          <p:nvPr/>
        </p:nvSpPr>
        <p:spPr>
          <a:xfrm>
            <a:off x="13120875" y="4383400"/>
            <a:ext cx="3731400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Steals your data and cookies. Used to steal credentials and gain access to Google accounts. (most common)</a:t>
            </a:r>
            <a:endParaRPr lang="en-US" sz="1100" dirty="0"/>
          </a:p>
        </p:txBody>
      </p:sp>
      <p:sp>
        <p:nvSpPr>
          <p:cNvPr id="178" name="Google Shape;178;p17">
            <a:extLst>
              <a:ext uri="{FF2B5EF4-FFF2-40B4-BE49-F238E27FC236}">
                <a16:creationId xmlns:a16="http://schemas.microsoft.com/office/drawing/2014/main" id="{66924A23-EBAF-196B-CE65-F9782FAFA441}"/>
              </a:ext>
            </a:extLst>
          </p:cNvPr>
          <p:cNvSpPr txBox="1"/>
          <p:nvPr/>
        </p:nvSpPr>
        <p:spPr>
          <a:xfrm>
            <a:off x="6961422" y="7776378"/>
            <a:ext cx="4365300" cy="111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Elevates a program or hacker to be an administrator and makes unauthorized changes.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6463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bstract background of green mesh and nodes">
            <a:extLst>
              <a:ext uri="{FF2B5EF4-FFF2-40B4-BE49-F238E27FC236}">
                <a16:creationId xmlns:a16="http://schemas.microsoft.com/office/drawing/2014/main" id="{D748B8AF-A99C-0381-A3EF-EDB818BB5E7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29394" b="29394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E78D8E-CA62-C311-8A9D-1CEE1490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346" y="1842447"/>
            <a:ext cx="13402102" cy="2347416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Any Questions</a:t>
            </a:r>
          </a:p>
        </p:txBody>
      </p:sp>
    </p:spTree>
    <p:extLst>
      <p:ext uri="{BB962C8B-B14F-4D97-AF65-F5344CB8AC3E}">
        <p14:creationId xmlns:p14="http://schemas.microsoft.com/office/powerpoint/2010/main" val="4791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Custom</PresentationFormat>
  <Paragraphs>21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Red Hat Display SemiBold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Any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Nate Lowinger</dc:creator>
  <cp:lastModifiedBy>Lowinger, Nate</cp:lastModifiedBy>
  <cp:revision>1</cp:revision>
  <dcterms:modified xsi:type="dcterms:W3CDTF">2025-11-29T21:22:44Z</dcterms:modified>
</cp:coreProperties>
</file>